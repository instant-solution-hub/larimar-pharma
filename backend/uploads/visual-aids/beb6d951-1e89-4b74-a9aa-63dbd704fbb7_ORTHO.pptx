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6" r:id="rId3"/>
    <p:sldId id="274" r:id="rId4"/>
    <p:sldId id="284" r:id="rId5"/>
    <p:sldId id="260" r:id="rId6"/>
    <p:sldId id="282" r:id="rId7"/>
    <p:sldId id="259" r:id="rId8"/>
    <p:sldId id="258" r:id="rId9"/>
    <p:sldId id="261" r:id="rId10"/>
    <p:sldId id="266" r:id="rId11"/>
    <p:sldId id="272" r:id="rId12"/>
    <p:sldId id="273" r:id="rId13"/>
    <p:sldId id="263" r:id="rId14"/>
    <p:sldId id="262" r:id="rId15"/>
    <p:sldId id="280" r:id="rId16"/>
    <p:sldId id="289" r:id="rId17"/>
    <p:sldId id="288" r:id="rId18"/>
    <p:sldId id="27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1" Type="http://schemas.openxmlformats.org/officeDocument/2006/relationships/image" Target="../media/image1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10">
          <a:fgClr>
            <a:schemeClr val="bg1"/>
          </a:fgClr>
          <a:bgClr>
            <a:schemeClr val="accent1">
              <a:lumMod val="60000"/>
              <a:lumOff val="40000"/>
            </a:schemeClr>
          </a:bgClr>
        </a:pattFill>
        <a:effectLst/>
      </p:bgPr>
    </p:bg>
    <p:spTree>
      <p:nvGrpSpPr>
        <p:cNvPr id="1" name=""/>
        <p:cNvGrpSpPr/>
        <p:nvPr/>
      </p:nvGrpSpPr>
      <p:grpSpPr/>
      <p:pic>
        <p:nvPicPr>
          <p:cNvPr id="15" name="Content Placeholder 14" descr="WhatsApp Image 2025-01-04 at 15.54.44_c99aab97"/>
          <p:cNvPicPr>
            <a:picLocks noGrp="1"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2285365" y="2112645"/>
            <a:ext cx="3242310" cy="3733165"/>
          </a:xfrm>
          <a:prstGeom prst="rect">
            <a:avLst/>
          </a:prstGeom>
        </p:spPr>
      </p:pic>
      <p:pic>
        <p:nvPicPr>
          <p:cNvPr id="16" name="Content Placeholder 15" descr="WhatsApp Image 2025-01-04 at 15.56.07_144b7f7e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15380" y="2104390"/>
            <a:ext cx="3366135" cy="3741420"/>
          </a:xfrm>
          <a:prstGeom prst="rect">
            <a:avLst/>
          </a:prstGeom>
        </p:spPr>
      </p:pic>
      <p:sp>
        <p:nvSpPr>
          <p:cNvPr id="9" name="Action Button: Help 8"/>
          <p:cNvSpPr/>
          <p:nvPr/>
        </p:nvSpPr>
        <p:spPr>
          <a:xfrm>
            <a:off x="5042535" y="129381"/>
            <a:ext cx="1444466" cy="964406"/>
          </a:xfrm>
          <a:prstGeom prst="actionButtonHelp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 sz="100">
              <a:solidFill>
                <a:schemeClr val="accent2">
                  <a:lumMod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7" name="Picture 6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0970" y="4744720"/>
            <a:ext cx="1891030" cy="21132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638550" y="389763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MGM HD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-635" y="845820"/>
            <a:ext cx="4354195" cy="3077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341120" y="1497330"/>
            <a:ext cx="4612640" cy="8591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341120" y="1497330"/>
            <a:ext cx="4612640" cy="8591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7460" y="4584700"/>
            <a:ext cx="2034540" cy="2273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WPS Presentation</Application>
  <PresentationFormat>Widescreen</PresentationFormat>
  <Paragraphs>3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5" baseType="lpstr">
      <vt:lpstr>Arial</vt:lpstr>
      <vt:lpstr>SimSun</vt:lpstr>
      <vt:lpstr>Wingdings</vt:lpstr>
      <vt:lpstr>Calibri</vt:lpstr>
      <vt:lpstr>Microsoft YaHei</vt:lpstr>
      <vt:lpstr>Arial Unicode MS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HP</dc:creator>
  <cp:lastModifiedBy>WPS_1689400486</cp:lastModifiedBy>
  <cp:revision>32</cp:revision>
  <dcterms:created xsi:type="dcterms:W3CDTF">2025-04-17T04:19:00Z</dcterms:created>
  <dcterms:modified xsi:type="dcterms:W3CDTF">2025-11-19T05:32:41Z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53C04CE217CB41EBBB220C608B7B3595_13</vt:lpwstr>
  </property>
  <property fmtid="{D5CDD505-2E9C-101B-9397-08002B2CF9AE}" pid="3" name="KSOProductBuildVer">
    <vt:lpwstr>1033-12.2.0.23155</vt:lpwstr>
  </property>
</Properties>
</file>